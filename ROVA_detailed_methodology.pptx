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ROVA New/Change Control Set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build, test &amp; governance methodology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88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validation discussion — UKXB / UKXD fraud control workflow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mechanics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9502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payment is scored and routed to HOLD / STOP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159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315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validate (steps 1–5)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6085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fraud pattern into a test scenario that fires correctly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9743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9743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 testing (steps 6–8)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2669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wider fraud coverage and genuine-payment impact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327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6327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deployment (steps 9–12)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925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Sense-check, approve, sign off and roll out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ROVA scoring decision is made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design — rule-based scenarios, each scored independently</a:t>
            </a:r>
            <a:endParaRPr lang="en-US" sz="1300" dirty="0"/>
          </a:p>
        </p:txBody>
      </p:sp>
      <p:pic>
        <p:nvPicPr>
          <p:cNvPr id="4" name="Image 0" descr="/home/claude/d1_mechan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35615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mirror real fraud patterns; there is no single Bank-set threshold for “review this payment” — thresholds are tuned against real fraud cases and their impact on genuine payments.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Build &amp; validate a test scenario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1–5: turn a newly identified fraud into a working control</a:t>
            </a:r>
            <a:endParaRPr lang="en-US" sz="1300" dirty="0"/>
          </a:p>
        </p:txBody>
      </p:sp>
      <p:pic>
        <p:nvPicPr>
          <p:cNvPr id="4" name="Image 0" descr="/home/claude/d2_build_valid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2999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Widen testing &amp; assess impact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6–8: confirm the new scenario works at scale without harming genuine payments</a:t>
            </a:r>
            <a:endParaRPr lang="en-US" sz="1300" dirty="0"/>
          </a:p>
        </p:txBody>
      </p:sp>
      <p:pic>
        <p:nvPicPr>
          <p:cNvPr id="4" name="Image 0" descr="/home/claude/d3_wi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Governance, sign-off &amp; deployment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9–12: evidence, independent review and control sign-offs before go-live</a:t>
            </a:r>
            <a:endParaRPr lang="en-US" sz="1300" dirty="0"/>
          </a:p>
        </p:txBody>
      </p:sp>
      <p:pic>
        <p:nvPicPr>
          <p:cNvPr id="4" name="Image 0" descr="/home/claude/d4_gover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28461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Dual-user control: the person signing off thresholds is never the scenario’s creator — enforced by ROVA and checked by UKOX-D’s control-set validation script.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2026-10-19T10:01:22Z</dcterms:created>
  <dcterms:modified xsi:type="dcterms:W3CDTF">2026-10-19T10:01:22Z</dcterms:modified>
</cp:coreProperties>
</file>